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6" r:id="rId4"/>
    <p:sldId id="267" r:id="rId5"/>
    <p:sldId id="277" r:id="rId6"/>
    <p:sldId id="268" r:id="rId7"/>
    <p:sldId id="270" r:id="rId8"/>
    <p:sldId id="278" r:id="rId9"/>
    <p:sldId id="271" r:id="rId10"/>
    <p:sldId id="272" r:id="rId11"/>
    <p:sldId id="273" r:id="rId12"/>
    <p:sldId id="274" r:id="rId13"/>
    <p:sldId id="275" r:id="rId14"/>
    <p:sldId id="258" r:id="rId1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2304E-4351-4304-85BF-C424A28835B6}" v="18" dt="2025-05-12T00:51:18.241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99" autoAdjust="0"/>
  </p:normalViewPr>
  <p:slideViewPr>
    <p:cSldViewPr>
      <p:cViewPr varScale="1">
        <p:scale>
          <a:sx n="76" d="100"/>
          <a:sy n="76" d="100"/>
        </p:scale>
        <p:origin x="898" y="283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ain Kamdem" userId="ef651010b44991ac" providerId="LiveId" clId="{2592A4AE-A808-49AB-8101-620F68EDD008}"/>
    <pc:docChg chg="undo custSel modSld">
      <pc:chgData name="Sylvain Kamdem" userId="ef651010b44991ac" providerId="LiveId" clId="{2592A4AE-A808-49AB-8101-620F68EDD008}" dt="2025-05-12T00:42:52.885" v="19" actId="313"/>
      <pc:docMkLst>
        <pc:docMk/>
      </pc:docMkLst>
      <pc:sldChg chg="modSp mod">
        <pc:chgData name="Sylvain Kamdem" userId="ef651010b44991ac" providerId="LiveId" clId="{2592A4AE-A808-49AB-8101-620F68EDD008}" dt="2025-05-12T00:42:52.885" v="19" actId="313"/>
        <pc:sldMkLst>
          <pc:docMk/>
          <pc:sldMk cId="250386322" sldId="274"/>
        </pc:sldMkLst>
        <pc:spChg chg="mod">
          <ac:chgData name="Sylvain Kamdem" userId="ef651010b44991ac" providerId="LiveId" clId="{2592A4AE-A808-49AB-8101-620F68EDD008}" dt="2025-05-12T00:42:52.885" v="19" actId="313"/>
          <ac:spMkLst>
            <pc:docMk/>
            <pc:sldMk cId="250386322" sldId="274"/>
            <ac:spMk id="5" creationId="{88F010ED-74F2-EAA3-0958-38BD41282005}"/>
          </ac:spMkLst>
        </pc:spChg>
      </pc:sldChg>
    </pc:docChg>
  </pc:docChgLst>
  <pc:docChgLst>
    <pc:chgData name="Sylvain Kamdem" userId="ef651010b44991ac" providerId="LiveId" clId="{E0E2304E-4351-4304-85BF-C424A28835B6}"/>
    <pc:docChg chg="custSel modSld">
      <pc:chgData name="Sylvain Kamdem" userId="ef651010b44991ac" providerId="LiveId" clId="{E0E2304E-4351-4304-85BF-C424A28835B6}" dt="2025-05-12T01:05:41.897" v="117" actId="122"/>
      <pc:docMkLst>
        <pc:docMk/>
      </pc:docMkLst>
      <pc:sldChg chg="modSp mod modTransition">
        <pc:chgData name="Sylvain Kamdem" userId="ef651010b44991ac" providerId="LiveId" clId="{E0E2304E-4351-4304-85BF-C424A28835B6}" dt="2025-05-12T01:05:41.897" v="117" actId="122"/>
        <pc:sldMkLst>
          <pc:docMk/>
          <pc:sldMk cId="1920111014" sldId="256"/>
        </pc:sldMkLst>
        <pc:spChg chg="mod">
          <ac:chgData name="Sylvain Kamdem" userId="ef651010b44991ac" providerId="LiveId" clId="{E0E2304E-4351-4304-85BF-C424A28835B6}" dt="2025-05-12T01:05:41.897" v="117" actId="122"/>
          <ac:spMkLst>
            <pc:docMk/>
            <pc:sldMk cId="1920111014" sldId="256"/>
            <ac:spMk id="3" creationId="{00000000-0000-0000-0000-000000000000}"/>
          </ac:spMkLst>
        </pc:spChg>
      </pc:sldChg>
      <pc:sldChg chg="modTransition">
        <pc:chgData name="Sylvain Kamdem" userId="ef651010b44991ac" providerId="LiveId" clId="{E0E2304E-4351-4304-85BF-C424A28835B6}" dt="2025-05-12T00:46:45.977" v="1"/>
        <pc:sldMkLst>
          <pc:docMk/>
          <pc:sldMk cId="2128536031" sldId="257"/>
        </pc:sldMkLst>
      </pc:sldChg>
      <pc:sldChg chg="modSp mod modTransition">
        <pc:chgData name="Sylvain Kamdem" userId="ef651010b44991ac" providerId="LiveId" clId="{E0E2304E-4351-4304-85BF-C424A28835B6}" dt="2025-05-12T00:52:39.306" v="60" actId="114"/>
        <pc:sldMkLst>
          <pc:docMk/>
          <pc:sldMk cId="3847750985" sldId="258"/>
        </pc:sldMkLst>
        <pc:spChg chg="mod">
          <ac:chgData name="Sylvain Kamdem" userId="ef651010b44991ac" providerId="LiveId" clId="{E0E2304E-4351-4304-85BF-C424A28835B6}" dt="2025-05-12T00:51:57.667" v="18" actId="1076"/>
          <ac:spMkLst>
            <pc:docMk/>
            <pc:sldMk cId="3847750985" sldId="258"/>
            <ac:spMk id="2" creationId="{00000000-0000-0000-0000-000000000000}"/>
          </ac:spMkLst>
        </pc:spChg>
        <pc:spChg chg="mod">
          <ac:chgData name="Sylvain Kamdem" userId="ef651010b44991ac" providerId="LiveId" clId="{E0E2304E-4351-4304-85BF-C424A28835B6}" dt="2025-05-12T00:52:39.306" v="60" actId="114"/>
          <ac:spMkLst>
            <pc:docMk/>
            <pc:sldMk cId="3847750985" sldId="258"/>
            <ac:spMk id="3" creationId="{00000000-0000-0000-0000-000000000000}"/>
          </ac:spMkLst>
        </pc:spChg>
      </pc:sldChg>
      <pc:sldChg chg="modTransition">
        <pc:chgData name="Sylvain Kamdem" userId="ef651010b44991ac" providerId="LiveId" clId="{E0E2304E-4351-4304-85BF-C424A28835B6}" dt="2025-05-12T00:47:08.996" v="3"/>
        <pc:sldMkLst>
          <pc:docMk/>
          <pc:sldMk cId="3965807363" sldId="267"/>
        </pc:sldMkLst>
      </pc:sldChg>
      <pc:sldChg chg="modTransition">
        <pc:chgData name="Sylvain Kamdem" userId="ef651010b44991ac" providerId="LiveId" clId="{E0E2304E-4351-4304-85BF-C424A28835B6}" dt="2025-05-12T00:47:27.916" v="5"/>
        <pc:sldMkLst>
          <pc:docMk/>
          <pc:sldMk cId="223730991" sldId="268"/>
        </pc:sldMkLst>
      </pc:sldChg>
      <pc:sldChg chg="modTransition">
        <pc:chgData name="Sylvain Kamdem" userId="ef651010b44991ac" providerId="LiveId" clId="{E0E2304E-4351-4304-85BF-C424A28835B6}" dt="2025-05-12T00:49:21.565" v="7"/>
        <pc:sldMkLst>
          <pc:docMk/>
          <pc:sldMk cId="978845899" sldId="270"/>
        </pc:sldMkLst>
      </pc:sldChg>
      <pc:sldChg chg="modTransition">
        <pc:chgData name="Sylvain Kamdem" userId="ef651010b44991ac" providerId="LiveId" clId="{E0E2304E-4351-4304-85BF-C424A28835B6}" dt="2025-05-12T00:50:03.845" v="11"/>
        <pc:sldMkLst>
          <pc:docMk/>
          <pc:sldMk cId="1992750163" sldId="271"/>
        </pc:sldMkLst>
      </pc:sldChg>
      <pc:sldChg chg="modTransition">
        <pc:chgData name="Sylvain Kamdem" userId="ef651010b44991ac" providerId="LiveId" clId="{E0E2304E-4351-4304-85BF-C424A28835B6}" dt="2025-05-12T00:50:14.854" v="12"/>
        <pc:sldMkLst>
          <pc:docMk/>
          <pc:sldMk cId="1777749680" sldId="272"/>
        </pc:sldMkLst>
      </pc:sldChg>
      <pc:sldChg chg="modTransition">
        <pc:chgData name="Sylvain Kamdem" userId="ef651010b44991ac" providerId="LiveId" clId="{E0E2304E-4351-4304-85BF-C424A28835B6}" dt="2025-05-12T00:50:24.285" v="13"/>
        <pc:sldMkLst>
          <pc:docMk/>
          <pc:sldMk cId="2651325240" sldId="273"/>
        </pc:sldMkLst>
      </pc:sldChg>
      <pc:sldChg chg="modTransition">
        <pc:chgData name="Sylvain Kamdem" userId="ef651010b44991ac" providerId="LiveId" clId="{E0E2304E-4351-4304-85BF-C424A28835B6}" dt="2025-05-12T00:50:43.929" v="14"/>
        <pc:sldMkLst>
          <pc:docMk/>
          <pc:sldMk cId="250386322" sldId="274"/>
        </pc:sldMkLst>
      </pc:sldChg>
      <pc:sldChg chg="modTransition">
        <pc:chgData name="Sylvain Kamdem" userId="ef651010b44991ac" providerId="LiveId" clId="{E0E2304E-4351-4304-85BF-C424A28835B6}" dt="2025-05-12T00:51:06.562" v="16"/>
        <pc:sldMkLst>
          <pc:docMk/>
          <pc:sldMk cId="597474551" sldId="275"/>
        </pc:sldMkLst>
      </pc:sldChg>
      <pc:sldChg chg="modTransition">
        <pc:chgData name="Sylvain Kamdem" userId="ef651010b44991ac" providerId="LiveId" clId="{E0E2304E-4351-4304-85BF-C424A28835B6}" dt="2025-05-12T00:46:55.439" v="2"/>
        <pc:sldMkLst>
          <pc:docMk/>
          <pc:sldMk cId="914423714" sldId="276"/>
        </pc:sldMkLst>
      </pc:sldChg>
      <pc:sldChg chg="modTransition">
        <pc:chgData name="Sylvain Kamdem" userId="ef651010b44991ac" providerId="LiveId" clId="{E0E2304E-4351-4304-85BF-C424A28835B6}" dt="2025-05-12T00:47:18.237" v="4"/>
        <pc:sldMkLst>
          <pc:docMk/>
          <pc:sldMk cId="3610690325" sldId="277"/>
        </pc:sldMkLst>
      </pc:sldChg>
      <pc:sldChg chg="modTransition">
        <pc:chgData name="Sylvain Kamdem" userId="ef651010b44991ac" providerId="LiveId" clId="{E0E2304E-4351-4304-85BF-C424A28835B6}" dt="2025-05-12T00:49:31.392" v="8"/>
        <pc:sldMkLst>
          <pc:docMk/>
          <pc:sldMk cId="4083175262" sldId="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5/11/2025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5/11/2025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5/11/2025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5/11/2025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latin typeface="Bookman Old Style" panose="02050604050505020204" pitchFamily="18" charset="0"/>
              </a:rPr>
              <a:t>Optimiser le matériel et les logiciels d’un ordinateur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en-US" dirty="0"/>
              <a:t>By </a:t>
            </a:r>
            <a:r>
              <a:rPr lang="en-US" dirty="0" err="1"/>
              <a:t>ConCepTiX</a:t>
            </a:r>
            <a:endParaRPr lang="en-US" dirty="0"/>
          </a:p>
          <a:p>
            <a:pPr algn="r"/>
            <a:endParaRPr lang="en-US" dirty="0"/>
          </a:p>
          <a:p>
            <a:pPr algn="ctr"/>
            <a:r>
              <a:rPr lang="en-US" dirty="0"/>
              <a:t>On lance </a:t>
            </a:r>
            <a:r>
              <a:rPr lang="fr-FR" dirty="0"/>
              <a:t>à </a:t>
            </a:r>
            <a:r>
              <a:rPr lang="en-US" dirty="0"/>
              <a:t>3k de likes la </a:t>
            </a:r>
            <a:r>
              <a:rPr lang="en-US" dirty="0" err="1"/>
              <a:t>famille</a:t>
            </a:r>
            <a:r>
              <a:rPr lang="en-US" dirty="0"/>
              <a:t>. </a:t>
            </a:r>
            <a:r>
              <a:rPr lang="en-US" dirty="0" err="1"/>
              <a:t>Tapotons</a:t>
            </a:r>
            <a:r>
              <a:rPr lang="en-US" dirty="0"/>
              <a:t> </a:t>
            </a:r>
            <a:r>
              <a:rPr lang="en-US" dirty="0" err="1"/>
              <a:t>svp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fr-FR" b="1" dirty="0"/>
              <a:t>Introduction</a:t>
            </a:r>
          </a:p>
          <a:p>
            <a:pPr marL="457200" indent="-457200">
              <a:buAutoNum type="arabicPeriod"/>
            </a:pPr>
            <a:r>
              <a:rPr lang="fr-FR" b="1" dirty="0"/>
              <a:t>Analyse de l’</a:t>
            </a:r>
            <a:r>
              <a:rPr lang="fr-FR" b="1" dirty="0" err="1"/>
              <a:t>etat</a:t>
            </a:r>
            <a:r>
              <a:rPr lang="fr-FR" b="1" dirty="0"/>
              <a:t> actuel du système</a:t>
            </a:r>
          </a:p>
          <a:p>
            <a:pPr marL="457200" indent="-457200">
              <a:buAutoNum type="arabicPeriod"/>
            </a:pPr>
            <a:r>
              <a:rPr lang="fr-FR" b="1" dirty="0"/>
              <a:t>Optimisation du matériel</a:t>
            </a:r>
          </a:p>
          <a:p>
            <a:pPr marL="457200" indent="-457200">
              <a:buAutoNum type="arabicPeriod"/>
            </a:pPr>
            <a:r>
              <a:rPr lang="fr-FR" dirty="0"/>
              <a:t>Optimisation des logiciels</a:t>
            </a:r>
          </a:p>
          <a:p>
            <a:pPr marL="457200" indent="-457200">
              <a:buAutoNum type="arabicPeriod"/>
            </a:pPr>
            <a:r>
              <a:rPr lang="fr-FR" dirty="0"/>
              <a:t>Automatisation des taches de maintenance</a:t>
            </a:r>
          </a:p>
          <a:p>
            <a:pPr marL="457200" indent="-457200">
              <a:buAutoNum type="arabicPeriod"/>
            </a:pPr>
            <a:r>
              <a:rPr lang="fr-FR" dirty="0"/>
              <a:t>Bonnes pratiques</a:t>
            </a:r>
          </a:p>
          <a:p>
            <a:pPr marL="457200" indent="-457200">
              <a:buAutoNum type="arabicPeriod"/>
            </a:pPr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27F8-29F4-32F6-AA52-716AB2FD7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5E2EAB8-2888-30F6-1435-608F7524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FE60A0A-C9C0-CA23-48A7-FF6ADE46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</a:t>
            </a:r>
            <a:r>
              <a:rPr lang="fr-FR" b="1" dirty="0"/>
              <a:t>Améliorer les performances globales de l’ordinateur en optimisant le matériel et les logiciels.</a:t>
            </a:r>
          </a:p>
          <a:p>
            <a:pPr>
              <a:buNone/>
            </a:pPr>
            <a:r>
              <a:rPr lang="fr-FR" b="1" dirty="0"/>
              <a:t>Pourquoi c’est important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Réduction des ralentissements et des pannes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Amélioration de la productivité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Prolongation de la durée de vie du système</a:t>
            </a:r>
          </a:p>
        </p:txBody>
      </p:sp>
    </p:spTree>
    <p:extLst>
      <p:ext uri="{BB962C8B-B14F-4D97-AF65-F5344CB8AC3E}">
        <p14:creationId xmlns:p14="http://schemas.microsoft.com/office/powerpoint/2010/main" val="91442371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fr-FR" b="1" dirty="0"/>
              <a:t>2. Analyser l’état actuel du système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74C6E-EF2A-D021-85E1-27163A28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3" y="2243138"/>
            <a:ext cx="4419599" cy="3590923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A2FC3-97BB-36D5-ED8D-05540AA30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a. Vérifier l’utilisation des ressources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Windows :</a:t>
            </a:r>
            <a:r>
              <a:rPr lang="fr-FR" dirty="0"/>
              <a:t> Clic droit sur la barre des tâches &gt; "Gestionnaire des tâches" &gt; onglet "Performance".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Mac :</a:t>
            </a:r>
            <a:r>
              <a:rPr lang="fr-FR" dirty="0"/>
              <a:t> Ouvrir "Moniteur d’activité" depuis Applications &gt; Utilitaires.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1DAC-3D81-9F1A-1BFC-8DE266EE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A569-E561-626C-84E4-0F0CF694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fr-FR" b="1" dirty="0"/>
              <a:t>2. Analyser l’état actuel du système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EFF0C-A5F6-9553-399F-63293024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3" y="2364677"/>
            <a:ext cx="4419599" cy="3347846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A6E9F-D83E-1B6F-0DA1-8C1BE0EC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b. Identifier les goulots d’étranglement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Manque de 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Disque dur trop plein ou trop lent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Processeur surchargé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690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Optimisation</a:t>
            </a:r>
            <a:r>
              <a:rPr lang="en-US" b="1" dirty="0"/>
              <a:t> du matériel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448799" cy="4267200"/>
          </a:xfrm>
        </p:spPr>
        <p:txBody>
          <a:bodyPr/>
          <a:lstStyle/>
          <a:p>
            <a:pPr>
              <a:buNone/>
            </a:pPr>
            <a:r>
              <a:rPr lang="fr-FR" b="1" dirty="0"/>
              <a:t>a. Ajouter de la mémoire 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Vérifier le type de RAM compatible</a:t>
            </a:r>
            <a:r>
              <a:rPr lang="fr-FR" dirty="0"/>
              <a:t> avec la carte mère (DDR3, DDR4,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Outils :</a:t>
            </a:r>
            <a:r>
              <a:rPr lang="fr-FR" dirty="0"/>
              <a:t> Crucial Scanner, CPU-Z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Comment faire :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Éteindre l’ordinateur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Ouvrir le boîtier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Insérer les barrettes de RAM dans les emplacements prévus</a:t>
            </a: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2AEA-7904-BCAB-0C40-E2219767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E361-44B9-1602-D3C6-7033E901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Optimisation</a:t>
            </a:r>
            <a:r>
              <a:rPr lang="en-US" b="1" dirty="0"/>
              <a:t> du matériel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BF3720-AD9F-F79A-9837-32FEA53E5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752600"/>
            <a:ext cx="9829799" cy="4648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/>
              <a:t>b. Passer à un disque SSD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Sauvegarder les données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Cloner le disque dur actuel (outils : </a:t>
            </a:r>
            <a:r>
              <a:rPr lang="fr-FR" dirty="0" err="1"/>
              <a:t>Macrium</a:t>
            </a:r>
            <a:r>
              <a:rPr lang="fr-FR" dirty="0"/>
              <a:t> </a:t>
            </a:r>
            <a:r>
              <a:rPr lang="fr-FR" dirty="0" err="1"/>
              <a:t>Reflect</a:t>
            </a:r>
            <a:r>
              <a:rPr lang="fr-FR" dirty="0"/>
              <a:t>, </a:t>
            </a:r>
            <a:r>
              <a:rPr lang="fr-FR" dirty="0" err="1"/>
              <a:t>Clonezilla</a:t>
            </a:r>
            <a:r>
              <a:rPr lang="fr-FR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Installer le SSD physiquement puis réinstaller ou restaurer Windows</a:t>
            </a:r>
          </a:p>
          <a:p>
            <a:pPr>
              <a:buNone/>
            </a:pPr>
            <a:r>
              <a:rPr lang="fr-FR" b="1" dirty="0"/>
              <a:t>c. Nettoyage physique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Utiliser une bombe d’air comprimé pour dépoussiérer les ventilateurs, le CPU, l’alimentation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Vérifier que les câbles sont bien fixés</a:t>
            </a:r>
          </a:p>
          <a:p>
            <a:pPr>
              <a:buNone/>
            </a:pPr>
            <a:r>
              <a:rPr lang="fr-FR" b="1" dirty="0"/>
              <a:t>d. Mettre à jour les pilotes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/>
              <a:t>Windows :</a:t>
            </a:r>
            <a:r>
              <a:rPr lang="fr-FR" dirty="0"/>
              <a:t> Gestionnaire de périphériques &gt; clic droit &gt; "Mettre à jour le pilote"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Ou utiliser des logiciels comme Driver Booster ou </a:t>
            </a:r>
            <a:r>
              <a:rPr lang="fr-FR" dirty="0" err="1"/>
              <a:t>Snappy</a:t>
            </a:r>
            <a:r>
              <a:rPr lang="fr-FR" dirty="0"/>
              <a:t> Driver Installer</a:t>
            </a:r>
          </a:p>
        </p:txBody>
      </p:sp>
    </p:spTree>
    <p:extLst>
      <p:ext uri="{BB962C8B-B14F-4D97-AF65-F5344CB8AC3E}">
        <p14:creationId xmlns:p14="http://schemas.microsoft.com/office/powerpoint/2010/main" val="9788458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C7CD-0960-8BDC-97A4-A0EEEC20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0450-04AC-8FBF-C73B-3C3CA2F6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Optimisation</a:t>
            </a:r>
            <a:r>
              <a:rPr lang="en-US" b="1" dirty="0"/>
              <a:t> du matériel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D46B25-102D-3879-634F-EE6754F20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7261" y="1905000"/>
            <a:ext cx="6074305" cy="4267200"/>
          </a:xfrm>
          <a:noFill/>
        </p:spPr>
      </p:pic>
    </p:spTree>
    <p:extLst>
      <p:ext uri="{BB962C8B-B14F-4D97-AF65-F5344CB8AC3E}">
        <p14:creationId xmlns:p14="http://schemas.microsoft.com/office/powerpoint/2010/main" val="40831752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7140-139B-97BF-7BED-F374B7C3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679-B173-E336-C903-3555066F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Optimisation</a:t>
            </a:r>
            <a:r>
              <a:rPr lang="en-US" b="1" dirty="0"/>
              <a:t> des </a:t>
            </a:r>
            <a:r>
              <a:rPr lang="en-US" b="1" dirty="0" err="1"/>
              <a:t>logiciels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5CA0E6-FD12-89A5-CF76-0609A7D8A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500" b="1"/>
              <a:t>a. Désactiver les programmes au démarrage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500" b="1"/>
              <a:t>Windows :</a:t>
            </a:r>
            <a:r>
              <a:rPr lang="fr-FR" sz="1500"/>
              <a:t> Gestionnaire des tâches &gt; onglet "Démarrage"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500" b="1"/>
              <a:t>Mac :</a:t>
            </a:r>
            <a:r>
              <a:rPr lang="fr-FR" sz="1500"/>
              <a:t> Préférences système &gt; Utilisateurs et groupes &gt; "Ouverture« 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1500"/>
          </a:p>
          <a:p>
            <a:pPr lvl="1">
              <a:buFont typeface="Arial" panose="020B0604020202020204" pitchFamily="34" charset="0"/>
              <a:buChar char="•"/>
            </a:pPr>
            <a:endParaRPr lang="fr-FR" sz="1500"/>
          </a:p>
          <a:p>
            <a:pPr lvl="1">
              <a:buFont typeface="Arial" panose="020B0604020202020204" pitchFamily="34" charset="0"/>
              <a:buChar char="•"/>
            </a:pPr>
            <a:endParaRPr lang="fr-FR" sz="1500"/>
          </a:p>
          <a:p>
            <a:pPr lvl="1">
              <a:buFont typeface="Arial" panose="020B0604020202020204" pitchFamily="34" charset="0"/>
              <a:buChar char="•"/>
            </a:pPr>
            <a:endParaRPr lang="fr-FR" sz="1500"/>
          </a:p>
          <a:p>
            <a:pPr lvl="1">
              <a:buFont typeface="Arial" panose="020B0604020202020204" pitchFamily="34" charset="0"/>
              <a:buChar char="•"/>
            </a:pPr>
            <a:endParaRPr lang="fr-FR" sz="1500"/>
          </a:p>
          <a:p>
            <a:pPr>
              <a:buNone/>
            </a:pPr>
            <a:r>
              <a:rPr lang="fr-FR" sz="1500" b="1"/>
              <a:t>b. Supprimer les logiciels inutiles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500" b="1"/>
              <a:t>Windows :</a:t>
            </a:r>
            <a:r>
              <a:rPr lang="fr-FR" sz="1500"/>
              <a:t> Paramètres &gt; Applications &gt; Désinstaller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500" b="1"/>
              <a:t>Mac :</a:t>
            </a:r>
            <a:r>
              <a:rPr lang="fr-FR" sz="1500"/>
              <a:t> Glisser dans la corbeille ou utiliser </a:t>
            </a:r>
            <a:r>
              <a:rPr lang="fr-FR" sz="1500" err="1"/>
              <a:t>AppCleaner</a:t>
            </a:r>
            <a:endParaRPr lang="fr-FR" sz="1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E54E5-9155-AE39-8F97-1BF8F16D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1588169"/>
            <a:ext cx="4019550" cy="252207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C93821-18E9-E2D1-5A4B-C1FFE4B9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012" y="4143125"/>
            <a:ext cx="3886200" cy="268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501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9325-2DEC-3F45-9381-188B4E3E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4E5A-DBD2-0B17-F188-A22EA2A4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b="1" dirty="0"/>
              <a:t>4. </a:t>
            </a:r>
            <a:r>
              <a:rPr lang="en-US" b="1" dirty="0" err="1"/>
              <a:t>Optimisation</a:t>
            </a:r>
            <a:r>
              <a:rPr lang="en-US" b="1" dirty="0"/>
              <a:t> des </a:t>
            </a:r>
            <a:r>
              <a:rPr lang="en-US" b="1" dirty="0" err="1"/>
              <a:t>logiciels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3B5C30-0765-E73E-146E-8E52D8385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752600"/>
            <a:ext cx="4952999" cy="48307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600" b="1" dirty="0"/>
              <a:t>c. Mettre à jour le système et les 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/>
              <a:t>Activer les mises à jour automatiques pour Windows/</a:t>
            </a:r>
            <a:r>
              <a:rPr lang="fr-FR" sz="1600" dirty="0" err="1"/>
              <a:t>macOS</a:t>
            </a:r>
            <a:endParaRPr lang="fr-F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/>
              <a:t>Utiliser des gestionnaires de mises à jour (Patch </a:t>
            </a:r>
            <a:r>
              <a:rPr lang="fr-FR" sz="1600" dirty="0" err="1"/>
              <a:t>My</a:t>
            </a:r>
            <a:r>
              <a:rPr lang="fr-FR" sz="1600" dirty="0"/>
              <a:t> PC, </a:t>
            </a:r>
            <a:r>
              <a:rPr lang="fr-FR" sz="1600" dirty="0" err="1"/>
              <a:t>Ninite</a:t>
            </a:r>
            <a:r>
              <a:rPr lang="fr-FR" sz="1600" dirty="0"/>
              <a:t>)</a:t>
            </a:r>
          </a:p>
          <a:p>
            <a:pPr>
              <a:buNone/>
            </a:pPr>
            <a:r>
              <a:rPr lang="fr-FR" sz="1600" b="1" dirty="0"/>
              <a:t>d. Scanner et nettoyer les menaces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/>
              <a:t>Installer un antivirus ou antimalware (ex : Malwarebytes, Bitdefender)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/>
              <a:t>Effectuer un scan complet toutes les semaines</a:t>
            </a:r>
          </a:p>
          <a:p>
            <a:pPr>
              <a:buNone/>
            </a:pPr>
            <a:r>
              <a:rPr lang="fr-FR" sz="1600" b="1" dirty="0"/>
              <a:t>e. Défragmenter le disque (HDD uniquement)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b="1" dirty="0"/>
              <a:t>Windows :</a:t>
            </a:r>
            <a:r>
              <a:rPr lang="fr-FR" sz="1600" dirty="0"/>
              <a:t> Ouvrir "Défragmenter et optimiser les lecteurs"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1600" dirty="0"/>
              <a:t>Inutile pour les SSD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677F29-0FE4-F6CE-4840-F946BD27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2590800"/>
            <a:ext cx="4419598" cy="30605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7749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7EC8-0156-D909-A896-6ABF69BD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5CE6-FD1F-4AA8-DDB8-412F4AC04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Automatiser</a:t>
            </a:r>
            <a:r>
              <a:rPr lang="en-US" b="1" dirty="0"/>
              <a:t> la maintenance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A04783-5953-4F27-88BB-73581C196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Planifier les mises à jour Windows et antivirus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Utiliser le Planificateur de tâches (Windows) pour déclencher des scripts d’entretien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Mettre en place des sauvegardes automatiques (OneDrive, Google Drive, logiciel de sauvegarde)</a:t>
            </a:r>
          </a:p>
          <a:p>
            <a:pPr>
              <a:buNone/>
            </a:pP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F45082-1AAE-A049-39D7-65770E1F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15" y="2541461"/>
            <a:ext cx="4419598" cy="2994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1325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86CC-A798-5CA6-1435-7F191939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92D5-34EA-9078-7156-AFC5E4BE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6. Bonnes pratiques au quotidien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010ED-74F2-EAA3-0958-38BD41282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677399" cy="44958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Redémarrer l’ordinateur régulièrement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Ne pas surcharger le bureau d’icônes et de fichiers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Fermer les applications inutiles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Ne pas installer de logiciels de sources inconnues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Faire attention aux sites web que vous visitez (Vérifiez les liens avant)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Utiliser un onduleur pour protéger contre les coupures de courant</a:t>
            </a:r>
          </a:p>
        </p:txBody>
      </p:sp>
    </p:spTree>
    <p:extLst>
      <p:ext uri="{BB962C8B-B14F-4D97-AF65-F5344CB8AC3E}">
        <p14:creationId xmlns:p14="http://schemas.microsoft.com/office/powerpoint/2010/main" val="250386322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2FFB-BA4E-4C85-FB0C-1507EFA0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D0AA-48DD-F95E-6F2F-AECED7AC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FE3169-3A1D-14C6-3679-830B4C498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677399" cy="4495800"/>
          </a:xfrm>
        </p:spPr>
        <p:txBody>
          <a:bodyPr>
            <a:normAutofit/>
          </a:bodyPr>
          <a:lstStyle/>
          <a:p>
            <a:r>
              <a:rPr lang="fr-FR" dirty="0"/>
              <a:t>Une maintenance régulière et une bonne gestion des ressources permettent d’éviter les ralentissements et d’améliorer durablement les performances de votre ordinateur. Une approche combinée matériel + logiciel est idéale pour obtenir les meilleurs résultats.</a:t>
            </a:r>
          </a:p>
        </p:txBody>
      </p:sp>
    </p:spTree>
    <p:extLst>
      <p:ext uri="{BB962C8B-B14F-4D97-AF65-F5344CB8AC3E}">
        <p14:creationId xmlns:p14="http://schemas.microsoft.com/office/powerpoint/2010/main" val="5974745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219200"/>
            <a:ext cx="9144000" cy="2667000"/>
          </a:xfrm>
        </p:spPr>
        <p:txBody>
          <a:bodyPr/>
          <a:lstStyle/>
          <a:p>
            <a:r>
              <a:rPr lang="en-US" dirty="0"/>
              <a:t>Merci pour </a:t>
            </a:r>
            <a:r>
              <a:rPr lang="en-US" dirty="0" err="1"/>
              <a:t>votre</a:t>
            </a:r>
            <a:r>
              <a:rPr lang="en-US" dirty="0"/>
              <a:t> attention!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Place aux </a:t>
            </a:r>
            <a:r>
              <a:rPr lang="en-US" dirty="0" err="1"/>
              <a:t>echanges</a:t>
            </a:r>
            <a:r>
              <a:rPr lang="en-US" dirty="0"/>
              <a:t>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The </a:t>
            </a:r>
            <a:r>
              <a:rPr lang="en-US" i="1" dirty="0" err="1"/>
              <a:t>Framboles</a:t>
            </a:r>
            <a:r>
              <a:rPr lang="en-US" i="1" dirty="0"/>
              <a:t>, </a:t>
            </a:r>
            <a:r>
              <a:rPr lang="en-US" i="1" dirty="0" err="1"/>
              <a:t>votre</a:t>
            </a:r>
            <a:r>
              <a:rPr lang="en-US" i="1" dirty="0"/>
              <a:t> humble </a:t>
            </a:r>
            <a:r>
              <a:rPr lang="en-US" i="1" dirty="0" err="1"/>
              <a:t>serviteur</a:t>
            </a:r>
            <a:r>
              <a:rPr lang="en-US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76</TotalTime>
  <Words>605</Words>
  <Application>Microsoft Office PowerPoint</Application>
  <PresentationFormat>Custom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Consolas</vt:lpstr>
      <vt:lpstr>Corbel</vt:lpstr>
      <vt:lpstr>Chalkboard 16x9</vt:lpstr>
      <vt:lpstr>Optimiser le matériel et les logiciels d’un ordinateur</vt:lpstr>
      <vt:lpstr>Plan</vt:lpstr>
      <vt:lpstr>1. Introduction</vt:lpstr>
      <vt:lpstr>2. Analyser l’état actuel du système</vt:lpstr>
      <vt:lpstr>2. Analyser l’état actuel du système</vt:lpstr>
      <vt:lpstr>3. Optimisation du matériel</vt:lpstr>
      <vt:lpstr>3. Optimisation du matériel</vt:lpstr>
      <vt:lpstr>3. Optimisation du matériel</vt:lpstr>
      <vt:lpstr>4. Optimisation des logiciels</vt:lpstr>
      <vt:lpstr>4. Optimisation des logiciels</vt:lpstr>
      <vt:lpstr>5. Automatiser la maintenance</vt:lpstr>
      <vt:lpstr>6. Bonnes pratiques au quotidien</vt:lpstr>
      <vt:lpstr>7. Conclusion</vt:lpstr>
      <vt:lpstr>Merci pour votre attention!  Place aux echanges…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Kamdem</dc:creator>
  <cp:lastModifiedBy>Sylvain Kamdem</cp:lastModifiedBy>
  <cp:revision>1</cp:revision>
  <dcterms:created xsi:type="dcterms:W3CDTF">2025-05-11T23:47:14Z</dcterms:created>
  <dcterms:modified xsi:type="dcterms:W3CDTF">2025-05-12T01:05:50Z</dcterms:modified>
</cp:coreProperties>
</file>